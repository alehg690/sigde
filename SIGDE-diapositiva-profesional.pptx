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13c2a975014e64" /><Relationship Type="http://schemas.openxmlformats.org/officeDocument/2006/relationships/extended-properties" Target="/docProps/app.xml" Id="R3d5dfc8a4fa544be" /><Relationship Type="http://schemas.openxmlformats.org/officeDocument/2006/relationships/officeDocument" Target="/ppt/presentation.xml" Id="R90a97e6f648d48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64106e8e4a4441"/>
  </p:sldMasterIdLst>
  <p:notesMasterIdLst>
    <p:notesMasterId xmlns:r="http://schemas.openxmlformats.org/officeDocument/2006/relationships" r:id="Rb9350a6eb17c4093"/>
  </p:notesMasterIdLst>
  <p:sldIdLst>
    <p:sldId xmlns:r="http://schemas.openxmlformats.org/officeDocument/2006/relationships" id="256" r:id="Rd530fc0a22214e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6a4c4d29534299" /><Relationship Type="http://schemas.openxmlformats.org/officeDocument/2006/relationships/slideMaster" Target="/ppt/slideMasters/slideMaster1.xml" Id="R4d64106e8e4a4441" /><Relationship Type="http://schemas.openxmlformats.org/officeDocument/2006/relationships/notesMaster" Target="/ppt/notesMasters/notesMaster1.xml" Id="Rb9350a6eb17c4093" /><Relationship Type="http://schemas.openxmlformats.org/officeDocument/2006/relationships/presProps" Target="/ppt/presProps.xml" Id="R4788729dfbf9461d" /><Relationship Type="http://schemas.openxmlformats.org/officeDocument/2006/relationships/tableStyles" Target="/ppt/tableStyles.xml" Id="R1fca70cbc3184f25" /><Relationship Type="http://schemas.openxmlformats.org/officeDocument/2006/relationships/slide" Target="/ppt/slides/slide1.xml" Id="Rd530fc0a22214e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7332f857544f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663a7be0d24376" /><Relationship Type="http://schemas.openxmlformats.org/officeDocument/2006/relationships/notesMaster" Target="/ppt/notesMasters/notesMaster1.xml" Id="Ra5411b394e464a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Título y alcance del proyecto: README.md del repositorio SIGDE.</a:t>
            </a:r>
          </a:p>
          <a:p xmlns:a="http://schemas.openxmlformats.org/drawingml/2006/main">
            <a:r>
              <a:t>- Imagen de fondo: visual original generado con OpenAI Image Generation para esta presentación, 2026-08-31.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a8335c4f249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4aabc649374a8a" /><Relationship Type="http://schemas.openxmlformats.org/officeDocument/2006/relationships/slideLayout" Target="/ppt/slideLayouts/slideLayout1.xml" Id="R0ca7de3a4647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a7de3a4647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442f18c1249b6" /><Relationship Type="http://schemas.openxmlformats.org/officeDocument/2006/relationships/image" Target="/ppt/media/image.png" Id="Rde86a4dd4a894d46" /><Relationship Type="http://schemas.openxmlformats.org/officeDocument/2006/relationships/notesSlide" Target="/ppt/notesSlides/notesSlide1.xml" Id="Reca803c767884a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6a4dd4a894d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5A6C939-689A-446F-A81B-DC0B9EBA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C1FF"/>
                </a:solidFill>
              </a:defRPr>
            </a:pPr>
            <a:r>
              <a:rPr sz="1200" b="1">
                <a:solidFill>
                  <a:srgbClr val="6EC1FF"/>
                </a:solidFill>
              </a:rPr>
              <a:t>PROYECTO DE INNOVACIÓN ESCOLAR</a:t>
            </a:r>
          </a:p>
        </p:txBody>
      </p:sp>
      <p:sp>
        <p:nvSpPr>
          <p:cNvPr id="3" name="sigde-title">
            <a:extLst xmlns:a="http://schemas.openxmlformats.org/drawingml/2006/main">
              <a:ext uri="{FF2B5EF4-FFF2-40B4-BE49-F238E27FC236}">
                <a16:creationId xmlns:a16="http://schemas.microsoft.com/office/drawing/2014/main" id="{53B6AA30-C269-484F-84D1-F3E1DDCE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SIGDE</a:t>
            </a:r>
          </a:p>
        </p:txBody>
      </p:sp>
      <p:sp>
        <p:nvSpPr>
          <p:cNvPr id="4" name="sigde-expanded-name">
            <a:extLst xmlns:a="http://schemas.openxmlformats.org/drawingml/2006/main">
              <a:ext uri="{FF2B5EF4-FFF2-40B4-BE49-F238E27FC236}">
                <a16:creationId xmlns:a16="http://schemas.microsoft.com/office/drawing/2014/main" id="{EAFDC697-E716-4B76-85E4-3A585E4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Sistema de Gestión Digital Escolar</a:t>
            </a:r>
          </a:p>
        </p:txBody>
      </p:sp>
      <p:sp>
        <p:nvSpPr>
          <p:cNvPr id="5" name="accent-line">
            <a:extLst xmlns:a="http://schemas.openxmlformats.org/drawingml/2006/main">
              <a:ext uri="{FF2B5EF4-FFF2-40B4-BE49-F238E27FC236}">
                <a16:creationId xmlns:a16="http://schemas.microsoft.com/office/drawing/2014/main" id="{B12F9860-D939-4853-8DE5-4358CBF4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6" name="value-proposition">
            <a:extLst xmlns:a="http://schemas.openxmlformats.org/drawingml/2006/main">
              <a:ext uri="{FF2B5EF4-FFF2-40B4-BE49-F238E27FC236}">
                <a16:creationId xmlns:a16="http://schemas.microsoft.com/office/drawing/2014/main" id="{FCC41C66-E2FC-45E8-B425-1AE1ED64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F7"/>
                </a:solidFill>
              </a:defRPr>
            </a:pPr>
            <a:r>
              <a:rPr sz="1650" b="0">
                <a:solidFill>
                  <a:srgbClr val="D9E8F7"/>
                </a:solidFill>
              </a:rPr>
              <a:t>Convivencia, seguimiento y comunicación</a:t>
            </a:r>
          </a:p>
          <a:p xmlns:a="http://schemas.openxmlformats.org/drawingml/2006/main">
            <a:pPr algn="l">
              <a:defRPr sz="1650" b="0">
                <a:solidFill>
                  <a:srgbClr val="D9E8F7"/>
                </a:solidFill>
              </a:defRPr>
            </a:pPr>
            <a:r>
              <a:rPr sz="1650" b="0">
                <a:solidFill>
                  <a:srgbClr val="D9E8F7"/>
                </a:solidFill>
              </a:rPr>
              <a:t>en una sola plataforma.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C1143BB-732E-46DF-8F35-A18F962F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C2D9"/>
                </a:solidFill>
              </a:defRPr>
            </a:pPr>
            <a:r>
              <a:rPr sz="1200" b="1">
                <a:solidFill>
                  <a:srgbClr val="A9C2D9"/>
                </a:solidFill>
              </a:rPr>
              <a:t>PROYECTO ACADÉMICO  ·  GRADO 11  ·  2026</a:t>
            </a:r>
          </a:p>
        </p:txBody>
      </p:sp>
    </p:spTree>
    <p:extLst>
      <p:ext uri="{BB962C8B-B14F-4D97-AF65-F5344CB8AC3E}">
        <p14:creationId xmlns:p14="http://schemas.microsoft.com/office/powerpoint/2010/main" val="359509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2026-09-01T04:00:31.7270000Z</dcterms:created>
  <dcterms:modified xsi:type="dcterms:W3CDTF">2026-09-01T04:00:31.7270000Z</dcterms:modified>
</coreProperties>
</file>