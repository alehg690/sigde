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DE_MASTER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SIGDE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Sistema de Control Disciplinario Escolar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502920"/>
            <a:ext cx="4754880" cy="2926080"/>
          </a:xfrm>
          <a:prstGeom prst="arc">
            <a:avLst/>
          </a:prstGeom>
          <a:solidFill>
            <a:srgbClr val="2B78C6">
              <a:alpha val="18000"/>
            </a:srgbClr>
          </a:solidFill>
          <a:ln w="12700">
            <a:solidFill>
              <a:srgbClr val="2B78C6">
                <a:alpha val="0"/>
              </a:srgbClr>
            </a:solidFill>
            <a:prstDash val="solid"/>
          </a:ln>
        </p:spPr>
      </p:sp>
      <p:pic>
        <p:nvPicPr>
          <p:cNvPr id="4" name="Image 0" descr="C:\Users\edits\sistema-escolar\frontend\public\Logo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1051560"/>
            <a:ext cx="228600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1155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F4FD"/>
                </a:solidFill>
              </a:rPr>
              <a:t>SIGDE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758952" y="19019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C7D9"/>
                </a:solidFill>
              </a:rPr>
              <a:t>Sistema de Control Disciplinario Escolar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58952" y="27614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Exposicion de avance del proyecto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33649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B8C7D9"/>
                </a:solidFill>
              </a:rPr>
              <a:t>Version corregida con historias de usuario del documento y esquema de base de datos tipo entidad-relacion.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777240" y="48006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" y="4864608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3B3ED"/>
                </a:solidFill>
              </a:rPr>
              <a:t>HU del Word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1920240" y="480060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75104" y="486460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3B3ED"/>
                </a:solidFill>
              </a:rPr>
              <a:t>ERD visual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2971800" y="48006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26664" y="4864608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3B3ED"/>
                </a:solidFill>
              </a:rPr>
              <a:t>Estado actual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Estado actual real del proyecto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Lo que existe hoy en codigo, separado de lo que esta planteado en las HU.</a:t>
            </a:r>
            <a:endParaRPr lang="en-US" sz="104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337560" cy="3931920"/>
          </a:xfrm>
          <a:prstGeom prst="roundRect">
            <a:avLst>
              <a:gd name="adj" fmla="val 1370"/>
            </a:avLst>
          </a:prstGeom>
          <a:solidFill>
            <a:srgbClr val="EEFAF4"/>
          </a:solidFill>
          <a:ln w="12700">
            <a:solidFill>
              <a:srgbClr val="A8D8BE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904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Implementado actualmente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97180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Interfaz de login responsive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Inicio de sesion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Recordar usuario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Recuperacion de contrasena por codigo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Validacion de nueva contrasena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Sesion iniciada en la misma pantalla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Cierre de sesion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Modelo Usuario en Prisma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4343400" y="1325880"/>
            <a:ext cx="3337560" cy="3931920"/>
          </a:xfrm>
          <a:prstGeom prst="roundRect">
            <a:avLst>
              <a:gd name="adj" fmla="val 1370"/>
            </a:avLst>
          </a:prstGeom>
          <a:solidFill>
            <a:srgbClr val="FFF7E6"/>
          </a:solidFill>
          <a:ln w="12700">
            <a:solidFill>
              <a:srgbClr val="E8C878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4904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No activo actualmente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26280" y="1828800"/>
            <a:ext cx="297180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Dashboard interno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Gestion de estudiantes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Gestion de usuarios por admin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Reportes disciplinarios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Historiales de estudiante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Alertas automaticas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Notificaciones a acudientes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Registro de salidas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8001000" y="1325880"/>
            <a:ext cx="3154680" cy="39319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14904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Lectura correcta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83880" y="1828800"/>
            <a:ext cx="278892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El avance actual corresponde a la base de acceso del sistema.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Las historias del Word definen el alcance completo del producto; varias son backlog y sirven para explicar hacia donde va el proyecto.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Historias de usuario del documento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Resumen fiel del Word: 10 historias, 7 de prioridad alta y 3 media.</a:t>
            </a:r>
            <a:endParaRPr lang="en-US" sz="104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11384280" cy="4800600"/>
        </p:xfrm>
        <a:graphic>
          <a:graphicData uri="http://schemas.openxmlformats.org/drawingml/2006/table">
            <a:tbl>
              <a:tblPr/>
              <a:tblGrid>
                <a:gridCol w="658368"/>
                <a:gridCol w="1874520"/>
                <a:gridCol w="7178040"/>
                <a:gridCol w="8229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ID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Rol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Funcionalidad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Prio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HU-01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Docente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Registrar reportes disciplinarios de estudiantes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Alta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HU-02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Coordinador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Consultar historial disciplinario de un estudiante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Alta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HU-03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Padre/Acudiente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Recibir notificaciones cuando su hijo tenga un reporte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Alta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HU-04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Docente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Ver historial antes de reportar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Media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HU-05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Sistema automatico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Analizar reportes registrados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Alta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HU-06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Coordinador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Recibir alertas sobre estudiantes con multiples reportes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Alta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HU-07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Porteria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Registrar salida digital de estudiante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Media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HU-08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Directivo/Rector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Digitalizar proceso disciplinario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Alta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HU-09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Todos los roles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Acceder desde cualquier dispositivo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Media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HU-10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Administrador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Gestionar estudiantes y usuarios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01828"/>
                          </a:solidFill>
                        </a:rPr>
                        <a:t>Alta</a:t>
                      </a:r>
                      <a:endParaRPr lang="en-US" sz="77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1170432"/>
            <a:ext cx="1138428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1271016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ID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1060704" y="127101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Rol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2926080" y="1271016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Funcionalidad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10927080" y="1271016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Prio.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Historias usadas en el avance actual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Relacion entre lo implementado y las HU del Word.</a:t>
            </a:r>
            <a:endParaRPr lang="en-US" sz="104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074920" cy="4160520"/>
          </a:xfrm>
          <a:prstGeom prst="roundRect">
            <a:avLst>
              <a:gd name="adj" fmla="val 1099"/>
            </a:avLst>
          </a:prstGeom>
          <a:solidFill>
            <a:srgbClr val="EAF3FB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9047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HU-09: Acceder desde cualquier dispositivo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70916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Cubre parcialmente la historia de acceso a la plataforma: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Aplicacion web en navegador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Interfaz responsive para computador/celular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Inicio de sesion con usuario y contrasena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Cierre de sesion manual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Pendiente de HU-09: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- 2FA opcional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Cierre automatico por inactividad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Menu por rol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507492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49047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HU-10: Base para gestion de usuarios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70916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Cubre solo la base de datos y autenticacion de usuarios: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Modelo Usuario con rol y estado activo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Validacion de usuario activo al iniciar sesion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Recuperacion de contrasena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Pendiente de HU-10: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Pantalla admin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CRUD usuarios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CRUD estudiantes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Auditoria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- Configuracion del sistema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Historias pendientes por modulo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Estas HU explican el alcance futuro del sistema disciplinario.</a:t>
            </a:r>
            <a:endParaRPr lang="en-US" sz="104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103120" cy="41605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99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Reportes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73736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HU-01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Registrar reporte disciplinario.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HU-04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Ver historial antes de reportar.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Incluye tipos de falta, evidencias y edicion limitada.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2926080" y="1234440"/>
            <a:ext cx="2103120" cy="41605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399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Coordinacion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1737360"/>
            <a:ext cx="173736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HU-02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Historial completo, aprobacion, rechazo, escalamiento.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HU-06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Alertas por estudiantes recurrentes.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303520" y="1234440"/>
            <a:ext cx="2103120" cy="41605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1399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Acudientes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173736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HU-03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Notificaciones al acudiente.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Consulta de reportes del hijo y confirmacion de lectura.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680960" y="1234440"/>
            <a:ext cx="2103120" cy="41605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0" y="1399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Automatizacion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63840" y="1737360"/>
            <a:ext cx="173736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HU-05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Analisis automatico de reportes, conteos, estadisticas y alertas internas.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10058400" y="1234440"/>
            <a:ext cx="1600200" cy="4160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0" y="13990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Porteria / Rector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0" y="1737360"/>
            <a:ext cx="123444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HU-07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Salida digital.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HU-08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Vista directiva e informes.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Como funciona actualmente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Flujo implementado de autenticacion y recuperacion.</a:t>
            </a:r>
            <a:endParaRPr lang="en-US" sz="104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41732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190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105156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Usuario ingresa correo y contrasena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20240" y="2084832"/>
            <a:ext cx="438912" cy="0"/>
          </a:xfrm>
          <a:prstGeom prst="line">
            <a:avLst/>
          </a:prstGeom>
          <a:noFill/>
          <a:ln w="1905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04872" y="1554480"/>
            <a:ext cx="141732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7752" y="17190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87752" y="2057400"/>
            <a:ext cx="105156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POST /api/auth accion login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22192" y="2084832"/>
            <a:ext cx="438912" cy="0"/>
          </a:xfrm>
          <a:prstGeom prst="line">
            <a:avLst/>
          </a:prstGeom>
          <a:noFill/>
          <a:ln w="1905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06824" y="1554480"/>
            <a:ext cx="141732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9704" y="17190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9704" y="2057400"/>
            <a:ext cx="105156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auth.service valida usuario y bcrypt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24144" y="2084832"/>
            <a:ext cx="438912" cy="0"/>
          </a:xfrm>
          <a:prstGeom prst="line">
            <a:avLst/>
          </a:prstGeom>
          <a:noFill/>
          <a:ln w="1905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08776" y="1554480"/>
            <a:ext cx="141732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91656" y="17190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91656" y="2057400"/>
            <a:ext cx="105156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Se crea JWT y cookie httpOnly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26096" y="2084832"/>
            <a:ext cx="438912" cy="0"/>
          </a:xfrm>
          <a:prstGeom prst="line">
            <a:avLst/>
          </a:prstGeom>
          <a:noFill/>
          <a:ln w="1905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0728" y="1554480"/>
            <a:ext cx="1417320" cy="1060704"/>
          </a:xfrm>
          <a:prstGeom prst="roundRect">
            <a:avLst>
              <a:gd name="adj" fmla="val 4310"/>
            </a:avLst>
          </a:prstGeom>
          <a:solidFill>
            <a:srgbClr val="EEFAF4"/>
          </a:solidFill>
          <a:ln w="12700">
            <a:solidFill>
              <a:srgbClr val="A8D8BE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93608" y="17190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3608" y="2057400"/>
            <a:ext cx="105156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Se muestra Sesion iniciada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528048" y="2084832"/>
            <a:ext cx="438912" cy="0"/>
          </a:xfrm>
          <a:prstGeom prst="line">
            <a:avLst/>
          </a:prstGeom>
          <a:noFill/>
          <a:ln w="1905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12680" y="1554480"/>
            <a:ext cx="141732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195560" y="17190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195560" y="2057400"/>
            <a:ext cx="105156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Logout elimina cookie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7240" y="3886200"/>
            <a:ext cx="5029200" cy="1097280"/>
          </a:xfrm>
          <a:prstGeom prst="roundRect">
            <a:avLst>
              <a:gd name="adj" fmla="val 4167"/>
            </a:avLst>
          </a:prstGeom>
          <a:solidFill>
            <a:srgbClr val="EAF3FB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05079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Recuperacion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" y="4389120"/>
            <a:ext cx="4663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recuperar -&gt; verificarCodigo -&gt; cambiarContrasena. El codigo se guarda hasheado y expira.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6400800" y="3886200"/>
            <a:ext cx="4389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0507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Validaciones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0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Correo valido, longitud maxima, usuario activo, contrasena segura y throttle de reenvio.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Esquema actual de base de datos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Modelo implementado hoy en Prisma: simple y centrado en autenticacion.</a:t>
            </a:r>
            <a:endParaRPr lang="en-US" sz="1040" dirty="0"/>
          </a:p>
        </p:txBody>
      </p:sp>
      <p:sp>
        <p:nvSpPr>
          <p:cNvPr id="4" name="Shape 2"/>
          <p:cNvSpPr/>
          <p:nvPr/>
        </p:nvSpPr>
        <p:spPr>
          <a:xfrm>
            <a:off x="1005840" y="1508760"/>
            <a:ext cx="2880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508760"/>
            <a:ext cx="2880360" cy="320040"/>
          </a:xfrm>
          <a:prstGeom prst="rect">
            <a:avLst/>
          </a:prstGeom>
          <a:solidFill>
            <a:srgbClr val="EAF3FB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91056"/>
            <a:ext cx="2788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USUARIO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078992" y="1920240"/>
            <a:ext cx="27340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# id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078992" y="2112264"/>
            <a:ext cx="27340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* nombre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078992" y="2304288"/>
            <a:ext cx="27340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* correo (unico)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78992" y="2496312"/>
            <a:ext cx="27340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* contrasena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1078992" y="2688336"/>
            <a:ext cx="27340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* rol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078992" y="2880360"/>
            <a:ext cx="27340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* activo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078992" y="3072384"/>
            <a:ext cx="27340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* creadoEn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078992" y="3264408"/>
            <a:ext cx="27340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* tokenRecuperacion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078992" y="3456432"/>
            <a:ext cx="27340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* tokenExpira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4800600" y="150876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6733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Interpretacion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83480" y="2011680"/>
            <a:ext cx="5074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Actualmente solo existe una entidad persistida: Usuario. Esta tabla permite login, roles basicos, bloqueo por activo y recuperacion de contrasena.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7E6"/>
          </a:solidFill>
          <a:ln w="12700">
            <a:solidFill>
              <a:srgbClr val="E8C878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318211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Importante para la exposicion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83480" y="3520440"/>
            <a:ext cx="5074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Este es el esquema real del codigo. No hay tablas de estudiantes/reportes todavia porque esas historias estan pendientes.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800600" y="480060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4864608"/>
            <a:ext cx="6675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F6FB8"/>
                </a:solidFill>
              </a:rPr>
              <a:t>SQLite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715000" y="480060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9864" y="4864608"/>
            <a:ext cx="6675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F6FB8"/>
                </a:solidFill>
              </a:rPr>
              <a:t>Prisma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629400" y="480060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84264" y="4864608"/>
            <a:ext cx="941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F6FB8"/>
                </a:solidFill>
              </a:rPr>
              <a:t>Autenticacion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Esquema objetivo/propuesto segun las HU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Diagrama entidad-relacion estilo conceptual para construir los modulos futuros.</a:t>
            </a:r>
            <a:endParaRPr lang="en-US" sz="104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417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25296"/>
            <a:ext cx="1325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USUARIO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393192" y="1554480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# id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393192" y="1746504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nombre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393192" y="1938528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correo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393192" y="2130552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contrasena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393192" y="2322576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rol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393192" y="2514600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activo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2788920" y="1051560"/>
            <a:ext cx="1417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1051560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133856"/>
            <a:ext cx="1325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ESTUDIANTE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862072" y="1463040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# id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2862072" y="1655064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nombre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2862072" y="1847088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grado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2862072" y="2039112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grupo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2862072" y="2231136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estado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5440680" y="1051560"/>
            <a:ext cx="1417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0680" y="1051560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133856"/>
            <a:ext cx="1325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ACUDIENTE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513832" y="1463040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# id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5513832" y="1655064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nombre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5513832" y="1847088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contacto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5513832" y="2039112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correo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2788920" y="3337560"/>
            <a:ext cx="1508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88920" y="3337560"/>
            <a:ext cx="15087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3419856"/>
            <a:ext cx="1417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REPORTE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2862072" y="3749040"/>
            <a:ext cx="1362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# id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2862072" y="3941064"/>
            <a:ext cx="1362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fecha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2862072" y="4133088"/>
            <a:ext cx="1362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tipo_falta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2862072" y="4325112"/>
            <a:ext cx="1362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descripcion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2862072" y="4517136"/>
            <a:ext cx="1362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estado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2862072" y="4709160"/>
            <a:ext cx="1362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confidencial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411480" y="4572000"/>
            <a:ext cx="1325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572000"/>
            <a:ext cx="1325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54296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EVIDENCIA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84632" y="4983480"/>
            <a:ext cx="11795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# id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484632" y="5175504"/>
            <a:ext cx="11795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nombre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484632" y="5367528"/>
            <a:ext cx="11795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tipo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484632" y="5559552"/>
            <a:ext cx="11795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url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5349240" y="4572000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49240" y="4572000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4654296"/>
            <a:ext cx="1325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OBSERVACION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5422392" y="4983480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# id</a:t>
            </a:r>
            <a:endParaRPr lang="en-US" sz="620" dirty="0"/>
          </a:p>
        </p:txBody>
      </p:sp>
      <p:sp>
        <p:nvSpPr>
          <p:cNvPr id="48" name="Text 46"/>
          <p:cNvSpPr/>
          <p:nvPr/>
        </p:nvSpPr>
        <p:spPr>
          <a:xfrm>
            <a:off x="5422392" y="5175504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texto</a:t>
            </a:r>
            <a:endParaRPr lang="en-US" sz="620" dirty="0"/>
          </a:p>
        </p:txBody>
      </p:sp>
      <p:sp>
        <p:nvSpPr>
          <p:cNvPr id="49" name="Text 47"/>
          <p:cNvSpPr/>
          <p:nvPr/>
        </p:nvSpPr>
        <p:spPr>
          <a:xfrm>
            <a:off x="5422392" y="5367528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creadoEn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7726680" y="3337560"/>
            <a:ext cx="1417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26680" y="3337560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0" y="3419856"/>
            <a:ext cx="1325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ALERTA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7799832" y="3749040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# id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7799832" y="3941064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estado</a:t>
            </a:r>
            <a:endParaRPr lang="en-US" sz="620" dirty="0"/>
          </a:p>
        </p:txBody>
      </p:sp>
      <p:sp>
        <p:nvSpPr>
          <p:cNvPr id="55" name="Text 53"/>
          <p:cNvSpPr/>
          <p:nvPr/>
        </p:nvSpPr>
        <p:spPr>
          <a:xfrm>
            <a:off x="7799832" y="4133088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acumulado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7799832" y="4325112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notas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7726680" y="1051560"/>
            <a:ext cx="1417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26680" y="1051560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0" y="1133856"/>
            <a:ext cx="1325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NOTIFICACION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7799832" y="1463040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# id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7799832" y="1655064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canal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7799832" y="1847088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leida</a:t>
            </a:r>
            <a:endParaRPr lang="en-US" sz="620" dirty="0"/>
          </a:p>
        </p:txBody>
      </p:sp>
      <p:sp>
        <p:nvSpPr>
          <p:cNvPr id="63" name="Text 61"/>
          <p:cNvSpPr/>
          <p:nvPr/>
        </p:nvSpPr>
        <p:spPr>
          <a:xfrm>
            <a:off x="7799832" y="2039112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fecha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10012680" y="3337560"/>
            <a:ext cx="1417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12680" y="3337560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58400" y="3419856"/>
            <a:ext cx="1325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SALIDA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10085832" y="3749040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# id</a:t>
            </a:r>
            <a:endParaRPr lang="en-US" sz="620" dirty="0"/>
          </a:p>
        </p:txBody>
      </p:sp>
      <p:sp>
        <p:nvSpPr>
          <p:cNvPr id="68" name="Text 66"/>
          <p:cNvSpPr/>
          <p:nvPr/>
        </p:nvSpPr>
        <p:spPr>
          <a:xfrm>
            <a:off x="10085832" y="3941064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hora</a:t>
            </a:r>
            <a:endParaRPr lang="en-US" sz="620" dirty="0"/>
          </a:p>
        </p:txBody>
      </p:sp>
      <p:sp>
        <p:nvSpPr>
          <p:cNvPr id="69" name="Text 67"/>
          <p:cNvSpPr/>
          <p:nvPr/>
        </p:nvSpPr>
        <p:spPr>
          <a:xfrm>
            <a:off x="10085832" y="4133088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motivo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10085832" y="4325112"/>
            <a:ext cx="1271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111"/>
                </a:solidFill>
              </a:rPr>
              <a:t>* autorizacion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1737360" y="1600200"/>
            <a:ext cx="10515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2" name="Text 70"/>
          <p:cNvSpPr/>
          <p:nvPr/>
        </p:nvSpPr>
        <p:spPr>
          <a:xfrm>
            <a:off x="1851660" y="14538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reporta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4206240" y="1600200"/>
            <a:ext cx="12344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4" name="Text 72"/>
          <p:cNvSpPr/>
          <p:nvPr/>
        </p:nvSpPr>
        <p:spPr>
          <a:xfrm>
            <a:off x="4411980" y="14538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tiene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3474720" y="2560320"/>
            <a:ext cx="0" cy="77724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6" name="Text 74"/>
          <p:cNvSpPr/>
          <p:nvPr/>
        </p:nvSpPr>
        <p:spPr>
          <a:xfrm>
            <a:off x="3063240" y="28026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pertenece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1737360" y="5074920"/>
            <a:ext cx="1051560" cy="-86868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8" name="Text 76"/>
          <p:cNvSpPr/>
          <p:nvPr/>
        </p:nvSpPr>
        <p:spPr>
          <a:xfrm>
            <a:off x="1851660" y="44942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adjunta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4297680" y="4160520"/>
            <a:ext cx="1051560" cy="82296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80" name="Text 78"/>
          <p:cNvSpPr/>
          <p:nvPr/>
        </p:nvSpPr>
        <p:spPr>
          <a:xfrm>
            <a:off x="4411980" y="44256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tiene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4297680" y="3703320"/>
            <a:ext cx="3429000" cy="18288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82" name="Text 80"/>
          <p:cNvSpPr/>
          <p:nvPr/>
        </p:nvSpPr>
        <p:spPr>
          <a:xfrm>
            <a:off x="5600700" y="36484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genera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6858000" y="1645920"/>
            <a:ext cx="8686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84" name="Text 82"/>
          <p:cNvSpPr/>
          <p:nvPr/>
        </p:nvSpPr>
        <p:spPr>
          <a:xfrm>
            <a:off x="6880860" y="14996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recibe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9144000" y="1828800"/>
            <a:ext cx="914400" cy="164592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86" name="Text 84"/>
          <p:cNvSpPr/>
          <p:nvPr/>
        </p:nvSpPr>
        <p:spPr>
          <a:xfrm>
            <a:off x="9189720" y="25054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autoriza</a:t>
            </a:r>
            <a:endParaRPr lang="en-US" sz="680" dirty="0"/>
          </a:p>
        </p:txBody>
      </p:sp>
      <p:sp>
        <p:nvSpPr>
          <p:cNvPr id="87" name="Shape 85"/>
          <p:cNvSpPr/>
          <p:nvPr/>
        </p:nvSpPr>
        <p:spPr>
          <a:xfrm>
            <a:off x="4206240" y="1234440"/>
            <a:ext cx="35204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88" name="Text 86"/>
          <p:cNvSpPr/>
          <p:nvPr/>
        </p:nvSpPr>
        <p:spPr>
          <a:xfrm>
            <a:off x="5554980" y="10881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notifica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4206240" y="1828800"/>
            <a:ext cx="5852160" cy="192024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90" name="Text 88"/>
          <p:cNvSpPr/>
          <p:nvPr/>
        </p:nvSpPr>
        <p:spPr>
          <a:xfrm>
            <a:off x="6720840" y="26426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</a:rPr>
              <a:t>salida</a:t>
            </a:r>
            <a:endParaRPr lang="en-US" sz="680" dirty="0"/>
          </a:p>
        </p:txBody>
      </p:sp>
      <p:sp>
        <p:nvSpPr>
          <p:cNvPr id="91" name="Text 89"/>
          <p:cNvSpPr/>
          <p:nvPr/>
        </p:nvSpPr>
        <p:spPr>
          <a:xfrm>
            <a:off x="502920" y="60533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Nota: este diagrama es propuesto a partir de HU-01 a HU-10; no todo esta implementado actualmente.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Relaciones entre historias y base de datos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Que entidades exige cada grupo de historias.</a:t>
            </a:r>
            <a:endParaRPr lang="en-US" sz="104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10972800" cy="402336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120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Historias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Entidades principales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Motivo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HU-01/HU-04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Reporte, Estudiante, Evidencia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Crear reportes y consultar historial antes de reportar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HU-02/HU-06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Reporte, Observacion, Alerta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Gestion coordinacion, seguimiento y alertas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HU-03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Acudiente, Notificacion, Estudiante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Avisar al acudiente y registrar lectura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HU-05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Alerta, Reporte, Estudiante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Analisis automatico de recurrencia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HU-07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Salida, Estudiante, Acudiente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Registrar salida digital y responsable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HU-09/HU-10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Usuario, Rol, Auditoria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Acceso por rol y administracion del sistema</a:t>
                      </a:r>
                      <a:endParaRPr lang="en-US" sz="87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1234440"/>
            <a:ext cx="109728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1362456"/>
            <a:ext cx="914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Historias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487168" y="1362456"/>
            <a:ext cx="1463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Entidades principales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144768" y="1362456"/>
            <a:ext cx="914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Motivo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Seguridad y validaciones implementadas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Controles presentes en el avance actual.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548640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01828"/>
                </a:solidFill>
              </a:rPr>
              <a:t>Correo normalizado y validado antes del login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Contrasena comparada con bcrypt, no texto plano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Cookie httpOnly con sameSite strict y secure en produccion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JWT con id, correo y rol para sesion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Codigo de recuperacion guardado como hash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Expiracion del codigo y reenvio con espera progresiva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Validacion de fortaleza minima de nueva contrasena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Usuario inactivo no puede iniciar sesion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0" y="1417320"/>
            <a:ext cx="3749040" cy="3383280"/>
          </a:xfrm>
          <a:prstGeom prst="roundRect">
            <a:avLst>
              <a:gd name="adj" fmla="val 1351"/>
            </a:avLst>
          </a:prstGeom>
          <a:solidFill>
            <a:srgbClr val="EAF3FB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0" y="15819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Relacion con HU-09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0" y="1920240"/>
            <a:ext cx="33832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La historia HU-09 pide autenticacion segura y acceso responsive.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En el estado actual ya se cubre el login seguro y la interfaz adaptable.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Pendiente: 2FA opcional, cierre automatico por inactividad y menus por rol.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Diseno visual y paleta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La exposicion conserva el lenguaje visual del proyecto.</a:t>
            </a:r>
            <a:endParaRPr lang="en-US" sz="104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97180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904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Identidad SIGDE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6060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Fondo azul oscuro institucional, acciones en azul primario, paneles claros, bordes suaves y mensajes de exito/error.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914400" cy="685800"/>
          </a:xfrm>
          <a:prstGeom prst="roundRect">
            <a:avLst>
              <a:gd name="adj" fmla="val 5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2157984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Panel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532120" y="1371600"/>
            <a:ext cx="914400" cy="685800"/>
          </a:xfrm>
          <a:prstGeom prst="roundRect">
            <a:avLst>
              <a:gd name="adj" fmla="val 5333"/>
            </a:avLst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8968" y="2157984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Primario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03720" y="1371600"/>
            <a:ext cx="914400" cy="6858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2157984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Fondo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60520" y="2606040"/>
            <a:ext cx="914400" cy="685800"/>
          </a:xfrm>
          <a:prstGeom prst="roundRect">
            <a:avLst>
              <a:gd name="adj" fmla="val 5333"/>
            </a:avLst>
          </a:prstGeom>
          <a:solidFill>
            <a:srgbClr val="D6DFEB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87368" y="3392424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Linea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32120" y="2606040"/>
            <a:ext cx="914400" cy="685800"/>
          </a:xfrm>
          <a:prstGeom prst="roundRect">
            <a:avLst>
              <a:gd name="adj" fmla="val 5333"/>
            </a:avLst>
          </a:prstGeom>
          <a:solidFill>
            <a:srgbClr val="257A4F"/>
          </a:solidFill>
          <a:ln w="12700">
            <a:solidFill>
              <a:srgbClr val="257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3392424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Exito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03720" y="2606040"/>
            <a:ext cx="914400" cy="685800"/>
          </a:xfrm>
          <a:prstGeom prst="roundRect">
            <a:avLst>
              <a:gd name="adj" fmla="val 5333"/>
            </a:avLst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3392424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Error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229600" y="1325880"/>
            <a:ext cx="2788920" cy="2743200"/>
          </a:xfrm>
          <a:prstGeom prst="roundRect">
            <a:avLst>
              <a:gd name="adj" fmla="val 1667"/>
            </a:avLst>
          </a:prstGeom>
          <a:solidFill>
            <a:srgbClr val="EAF3FB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14904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Responsive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0" y="1828800"/>
            <a:ext cx="242316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El login usa dos columnas en escritorio y una vista compacta en movil con fondo oscuro, inputs altos y botones claros.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Proximos pasos recomendados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Orden sugerido para avanzar sin perder control del alcance.</a:t>
            </a:r>
            <a:endParaRPr lang="en-US" sz="104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1828800" cy="3291840"/>
          </a:xfrm>
          <a:prstGeom prst="roundRect">
            <a:avLst>
              <a:gd name="adj" fmla="val 25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73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8F4FD"/>
                </a:solidFill>
              </a:rPr>
              <a:t>1  Corregir textos/acentos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4630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8C7D9"/>
                </a:solidFill>
              </a:rPr>
              <a:t>Normalizar codificacion visible en UI.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71800" y="1508760"/>
            <a:ext cx="18288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673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2  Dashboard base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3154680" y="2011680"/>
            <a:ext cx="14630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Pantalla principal simple por rol.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508760"/>
            <a:ext cx="18288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4960" y="1673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3  HU-10 Admin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5394960" y="2011680"/>
            <a:ext cx="14630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Usuarios y estudiantes.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1508760"/>
            <a:ext cx="18288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35240" y="1673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4  HU-01 Reportes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635240" y="2011680"/>
            <a:ext cx="14630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Crear/listar reportes y evidencias.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92640" y="1508760"/>
            <a:ext cx="18288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75520" y="1673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5  HU-02/HU-06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875520" y="2011680"/>
            <a:ext cx="14630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Historiales, coordinacion y alertas.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Guion para la demostracion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Como presentar el proyecto en vivo.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658368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01828"/>
                </a:solidFill>
              </a:rPr>
              <a:t>Mostrar la pantalla principal de login con la paleta SIGDE.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Explicar que la base actual cubre la entrada segura al sistema.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Iniciar sesion y mostrar la tarjeta “Sesion iniciada”.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Cerrar sesion y evidenciar el mensaje de cierre.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Entrar a “Olvidaste tu contrasena” y explicar el codigo por correo.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Mostrar el esquema actual Usuario y luego el esquema propuesto de las HU.</a:t>
            </a:r>
            <a:endParaRPr lang="en-US" sz="1200" dirty="0"/>
          </a:p>
          <a:p>
            <a:r>
              <a:rPr lang="en-US" sz="1200" dirty="0">
                <a:solidFill>
                  <a:srgbClr val="101828"/>
                </a:solidFill>
              </a:rPr>
              <a:t>Cerrar con el roadmap de modulos disciplinarios.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55280" y="1417320"/>
            <a:ext cx="3108960" cy="2514600"/>
          </a:xfrm>
          <a:prstGeom prst="roundRect">
            <a:avLst>
              <a:gd name="adj" fmla="val 181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0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F4FD"/>
                </a:solidFill>
              </a:rPr>
              <a:t>Verificacion tecnica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38160" y="1920240"/>
            <a:ext cx="27432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7D9"/>
                </a:solidFill>
              </a:rPr>
              <a:t>Comandos ejecutados en el estado actual: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B8C7D9"/>
                </a:solidFill>
              </a:rPr>
              <a:t>- npm run typecheck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B8C7D9"/>
                </a:solidFill>
              </a:rPr>
              <a:t>- npm run lint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B8C7D9"/>
                </a:solidFill>
              </a:rPr>
              <a:t>Ambos pasaron correctamente.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" y="2084832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8C7D9"/>
                </a:solidFill>
              </a:rPr>
              <a:t>El avance actual de SIGDE se concentra en la base segura de autenticacion. Las historias de usuario del documento definen el producto disciplinario completo y permiten explicar claramente el siguiente crecimiento: estudiantes, reportes, historial, alertas, notificaciones, porteria y administracion.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0" y="1417320"/>
            <a:ext cx="3108960" cy="2834640"/>
          </a:xfrm>
          <a:prstGeom prst="roundRect">
            <a:avLst>
              <a:gd name="adj" fmla="val 1613"/>
            </a:avLst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0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F4FD"/>
                </a:solidFill>
              </a:rPr>
              <a:t>Mensaje final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1920240"/>
            <a:ext cx="27432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7D9"/>
                </a:solidFill>
              </a:rPr>
              <a:t>Primero se construyo la puerta de entrada.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B8C7D9"/>
                </a:solidFill>
              </a:rPr>
              <a:t>Despues se construyen los modulos disciplinarios sobre el esquema propuesto por las HU.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Gracias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SIGDE - Exposicion de avance corregida</dc:title>
  <dc:subject>Historias de usuario y esquema de base de datos</dc:subject>
  <dc:creator>SIGDE</dc:creator>
  <cp:lastModifiedBy>SIGDE</cp:lastModifiedBy>
  <cp:revision>1</cp:revision>
  <dcterms:created xsi:type="dcterms:W3CDTF">2026-06-08T18:18:29Z</dcterms:created>
  <dcterms:modified xsi:type="dcterms:W3CDTF">2026-06-08T18:18:29Z</dcterms:modified>
</cp:coreProperties>
</file>